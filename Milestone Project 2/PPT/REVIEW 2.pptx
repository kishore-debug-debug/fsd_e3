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2" r:id="rId8"/>
    <p:sldId id="263" r:id="rId9"/>
    <p:sldId id="269" r:id="rId10"/>
    <p:sldId id="266" r:id="rId11"/>
    <p:sldId id="267" r:id="rId12"/>
    <p:sldId id="268" r:id="rId13"/>
    <p:sldId id="270" r:id="rId14"/>
    <p:sldId id="265" r:id="rId15"/>
  </p:sldIdLst>
  <p:sldSz cx="18288000" cy="10287000"/>
  <p:notesSz cx="6858000" cy="9144000"/>
  <p:embeddedFontLst>
    <p:embeddedFont>
      <p:font typeface="Bookman Old Style" panose="02050604050505020204" pitchFamily="18" charset="0"/>
      <p:regular r:id="rId16"/>
      <p:bold r:id="rId17"/>
      <p:italic r:id="rId18"/>
      <p:boldItalic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Gotham" panose="020B0604020202020204" charset="0"/>
      <p:regular r:id="rId24"/>
    </p:embeddedFont>
    <p:embeddedFont>
      <p:font typeface="Gotham Bold Italics" panose="020B0604020202020204" charset="0"/>
      <p:regular r:id="rId25"/>
    </p:embeddedFont>
    <p:embeddedFont>
      <p:font typeface="Neue Haas Grotesk Text Pro" panose="020B0504020202020204" pitchFamily="3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F448FD-3AB2-4AC4-B44F-9C8C1CD9A443}" v="109" dt="2026-04-16T04:38:47.003"/>
    <p1510:client id="{3B6B0CEA-DA55-437C-BE94-BA109932E2D0}" v="147" dt="2026-04-16T02:17:25.200"/>
    <p1510:client id="{C738D3F7-347E-4354-A744-CEF8656DED26}" v="6" dt="2026-04-15T19:29:49.276"/>
    <p1510:client id="{D538BC4E-BBBB-4636-866F-33506F8C80EC}" v="47" dt="2026-04-15T19:35:42.833"/>
    <p1510:client id="{E0C6FA1B-58F0-4E4B-A7BB-A8A15B3B2224}" v="142" dt="2026-04-15T14:32:42.6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2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2885" y="1683545"/>
            <a:ext cx="11382233" cy="3931731"/>
          </a:xfrm>
        </p:spPr>
        <p:txBody>
          <a:bodyPr anchor="b">
            <a:normAutofit/>
          </a:bodyPr>
          <a:lstStyle>
            <a:lvl1pPr algn="ctr"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2885" y="5765563"/>
            <a:ext cx="11382233" cy="2121137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812810" indent="0" algn="ctr">
              <a:buNone/>
              <a:defRPr sz="3200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462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3240" userDrawn="1">
          <p15:clr>
            <a:srgbClr val="FBAE40"/>
          </p15:clr>
        </p15:guide>
        <p15:guide id="6" pos="57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11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072" y="830424"/>
            <a:ext cx="12409710" cy="6013289"/>
          </a:xfrm>
        </p:spPr>
        <p:txBody>
          <a:bodyPr anchor="t">
            <a:normAutofit/>
          </a:bodyPr>
          <a:lstStyle>
            <a:lvl1pPr>
              <a:defRPr sz="9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5070" y="6884195"/>
            <a:ext cx="12409710" cy="2076926"/>
          </a:xfrm>
        </p:spPr>
        <p:txBody>
          <a:bodyPr anchor="b">
            <a:normAutofit/>
          </a:bodyPr>
          <a:lstStyle>
            <a:lvl1pPr marL="0" indent="0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82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72" y="822960"/>
            <a:ext cx="16111728" cy="169838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8972" y="2738438"/>
            <a:ext cx="7772400" cy="652700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537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21094"/>
            <a:ext cx="16118682" cy="171493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1" y="2528603"/>
            <a:ext cx="7736681" cy="839751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3556" b="1" cap="all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1" y="3580341"/>
            <a:ext cx="7736681" cy="56476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8603"/>
            <a:ext cx="7774782" cy="839751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3556" b="1" cap="all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299" y="3580341"/>
            <a:ext cx="7774784" cy="56476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999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539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277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40" y="830425"/>
            <a:ext cx="5393451" cy="2636258"/>
          </a:xfrm>
        </p:spPr>
        <p:txBody>
          <a:bodyPr anchor="t">
            <a:normAutofit/>
          </a:bodyPr>
          <a:lstStyle>
            <a:lvl1pPr>
              <a:defRPr sz="4978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2063" y="830424"/>
            <a:ext cx="9419612" cy="8229600"/>
          </a:xfrm>
        </p:spPr>
        <p:txBody>
          <a:bodyPr>
            <a:normAutofit/>
          </a:bodyPr>
          <a:lstStyle>
            <a:lvl1pPr>
              <a:defRPr sz="4978"/>
            </a:lvl1pPr>
            <a:lvl2pPr>
              <a:defRPr sz="4267"/>
            </a:lvl2pPr>
            <a:lvl3pPr>
              <a:defRPr sz="3556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40" y="3466682"/>
            <a:ext cx="5393451" cy="5593343"/>
          </a:xfrm>
        </p:spPr>
        <p:txBody>
          <a:bodyPr anchor="t"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001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540" y="836677"/>
            <a:ext cx="5393451" cy="3318470"/>
          </a:xfrm>
        </p:spPr>
        <p:txBody>
          <a:bodyPr anchor="t">
            <a:normAutofit/>
          </a:bodyPr>
          <a:lstStyle>
            <a:lvl1pPr>
              <a:defRPr sz="4978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594979" y="985655"/>
            <a:ext cx="9725531" cy="8333856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4402" y="4239206"/>
            <a:ext cx="5378379" cy="5151957"/>
          </a:xfrm>
        </p:spPr>
        <p:txBody>
          <a:bodyPr anchor="b"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1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72" y="822960"/>
            <a:ext cx="15773400" cy="169838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18972" y="2521348"/>
            <a:ext cx="15773400" cy="67440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985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4452333" y="867746"/>
            <a:ext cx="3070556" cy="839769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867746"/>
            <a:ext cx="13195032" cy="83976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60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72" y="822960"/>
            <a:ext cx="15980367" cy="16983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971" y="2573298"/>
            <a:ext cx="15980369" cy="6890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5740" y="9679504"/>
            <a:ext cx="5241471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314782" y="9679504"/>
            <a:ext cx="420810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448244" y="9679504"/>
            <a:ext cx="643811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573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3240" userDrawn="1">
          <p15:clr>
            <a:srgbClr val="F26B43"/>
          </p15:clr>
        </p15:guide>
        <p15:guide id="6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5848704" y="-709611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495998" y="-960383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98576" y="4153515"/>
            <a:ext cx="11190289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/>
                <a:cs typeface="Arial"/>
              </a:rPr>
              <a:t>PROJECT REVIEW : MILESTONE PROJECT – 2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/>
                <a:cs typeface="Arial"/>
              </a:rPr>
              <a:t>Date: 18-04-2026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dirty="0">
                <a:solidFill>
                  <a:srgbClr val="0033CC"/>
                </a:solidFill>
              </a:rPr>
              <a:t>Design and develop a React JS based web application for Ticket Booking of an Internal Department Event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/>
                <a:ea typeface="Cambria"/>
              </a:rPr>
              <a:t>KISHORE S – VTU24452 – 23UECS0769</a:t>
            </a:r>
            <a:endParaRPr lang="en-IN" sz="3000" dirty="0">
              <a:latin typeface="Cambria"/>
              <a:ea typeface="Cambri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HAFIZUR RAHMAN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002105" y="1229784"/>
            <a:ext cx="14283789" cy="91101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of the Problem</a:t>
            </a:r>
          </a:p>
          <a:p>
            <a:pPr algn="just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colleges and organizations still rely on manual or semi-digital methods (like spreadsheets, paper registrations, or Google Forms) for event ticket booking. This leads to issues such as duplicate entries, lack of real-time updates, difficulty in managing seat availability, and poor user experience.</a:t>
            </a:r>
          </a:p>
          <a:p>
            <a:pPr algn="just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 of the Project</a:t>
            </a: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Ticket Booking System provides a centralized and efficient platform for managing internal department events. It simplifies the booking process by offering real-time seat availability, secure registration, and easy data management. This system reduces manual effort, avoids booking conflicts, and improves overall event organization.</a:t>
            </a:r>
          </a:p>
          <a:p>
            <a:pPr algn="just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Real-World Relevance</a:t>
            </a: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today’s digital era, automated ticket booking systems are widely used for events, movies, transportation, and seminars. Implementing such a system helps students and organizers understand real-world application development and prepares them for building scalable solutions used in industries.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Overview</a:t>
            </a: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Ticket Booking System is a web-based application built using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 JS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 dynamic and responsive frontend.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1704035" y="1693778"/>
            <a:ext cx="15082325" cy="141269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  <a:p>
            <a:pPr algn="just"/>
            <a:endParaRPr lang="en-US" sz="2800" dirty="0">
              <a:ea typeface="Calibri"/>
              <a:cs typeface="Calibri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Managing ticket bookings for internal department events such as technical fests, workshops, and seminars is often inefficient due to manual processes or poorly organized digital tools.</a:t>
            </a:r>
          </a:p>
          <a:p>
            <a:pPr algn="just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methods lack real-time updates, can lead to overbooking or data inconsistencies, and make it difficult for organizers to track participants and manage event capacity effectively.</a:t>
            </a:r>
          </a:p>
          <a:p>
            <a:pPr algn="just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a need for a centralized, user-friendly web application that allows users to book tickets seamlessly while enabling administrators to manage events, monitor registrations, and ensure accurate, real-time data handling.</a:t>
            </a:r>
          </a:p>
          <a:p>
            <a:pPr marL="457200" indent="-457200" algn="just">
              <a:buFont typeface="Arial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should provide a smooth booking experience, reduce manual errors, and improve overall event management efficiency.</a:t>
            </a:r>
          </a:p>
          <a:p>
            <a:pPr algn="just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Additionally, the absence of a structured system makes it difficult to generate reports and analyze event participation trends.</a:t>
            </a:r>
          </a:p>
          <a:p>
            <a:pPr algn="just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digital solution is required to ensure transparency, improve accessibility, and enhance the overall user experience for both organizers and participants.</a:t>
            </a:r>
          </a:p>
          <a:p>
            <a:pPr marL="457200" indent="-457200" algn="just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 algn="just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IN" sz="28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78485" y="2515122"/>
            <a:ext cx="15082325" cy="69865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  <a:p>
            <a:pPr algn="just"/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develop a user-friendly web application that enables easy and secure ticket booking for internal department events.</a:t>
            </a:r>
          </a:p>
          <a:p>
            <a:pPr marL="457200" indent="-457200" algn="just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provide an efficient system for organizers to manage events, track registrations, and monitor seat availability in real-time.</a:t>
            </a: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6526" y="1982349"/>
            <a:ext cx="15082325" cy="130189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 Solution</a:t>
            </a: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a simple and intuitive UI for users to browse events and book tickets easily. Improves user experience with clean navigation and design.</a:t>
            </a:r>
          </a:p>
          <a:p>
            <a:pPr marL="571500" indent="-571500" algn="just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users to explore upcoming events / seminar in the portal  </a:t>
            </a:r>
          </a:p>
          <a:p>
            <a:pPr marL="571500" indent="-571500" algn="just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user to register for the events by giving their details and selecting their preferred seats. </a:t>
            </a:r>
          </a:p>
          <a:p>
            <a:pPr marL="571500" indent="-571500" algn="just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this moves to the confirmation state where user enter their card details for payment .</a:t>
            </a: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Automatically confirms ticket bookings after successful transactions. Reduces manual work and improves system efficiency.</a:t>
            </a:r>
          </a:p>
          <a:p>
            <a:pPr marL="571500" indent="-571500" algn="just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Generates tickets along with a pdf (optional) allows reducing difficulties at time of participation.</a:t>
            </a:r>
          </a:p>
          <a:p>
            <a:pPr marL="571500" indent="-571500" algn="just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1B5D8-43EB-604D-5208-D9083DCCB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11C13845-3AE1-F71C-D328-E39D2B4156A9}"/>
              </a:ext>
            </a:extLst>
          </p:cNvPr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784675B-A42F-40A8-A824-D9B1BC125A1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CC41F92F-34E6-66D6-FB04-00F3BF5F0126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C97FFFE-5107-FC1A-8084-B46EB6D5823E}"/>
              </a:ext>
            </a:extLst>
          </p:cNvPr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9344B99-D69B-C5D6-B262-425AABB2FBD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C8644A7-C2CE-CB50-45B2-7EC3E45D781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0EA94DFF-63BF-CBE4-6B29-4D1FA1E04F6E}"/>
              </a:ext>
            </a:extLst>
          </p:cNvPr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90A3C395-CB6F-268F-9624-3EA38C3B196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048DFD75-59B6-40FB-0EF3-E547B25F1DF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EA744982-55B5-AEBD-83AD-6C14CCFE1A98}"/>
              </a:ext>
            </a:extLst>
          </p:cNvPr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A50E785-CF3C-BD47-C4EF-51E898594B6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2CE42717-ECF3-26F1-B677-9A50DD628E9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F91FF184-0D58-ACD9-32C9-D9C9D7249AEC}"/>
              </a:ext>
            </a:extLst>
          </p:cNvPr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C831FE6-9BBD-CC1A-D0A4-7A2BE79C01A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B4DACC1-2611-F849-D910-3570D1BBB7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71AB708E-86D5-DCA8-0B50-C74C2DC8C536}"/>
              </a:ext>
            </a:extLst>
          </p:cNvPr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35C0801-90FF-8818-F8FD-149F72A7657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F43DD8C7-2E77-4147-757C-C148BFA9C17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B776D386-CA46-99AC-A1FC-0175EBBB4763}"/>
              </a:ext>
            </a:extLst>
          </p:cNvPr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CBD98EB-69B3-C2DF-CE25-1F04BBA1FD7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D45CC99-6E39-D56A-E0F1-2964103B024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1368CB52-C86A-EBC7-8F59-47DA7262A8FA}"/>
              </a:ext>
            </a:extLst>
          </p:cNvPr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D50B5C9D-273A-15A4-0735-0C5E619673C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FB2DC32D-8984-C86A-3895-BE48B48A925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BF47DA4A-75A4-36BD-6EA4-D0D312D031C5}"/>
              </a:ext>
            </a:extLst>
          </p:cNvPr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4EA53A85-7B04-5356-39D9-466E9510045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2269D294-F04E-66BC-3FA8-9332D51E507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C1042C6A-2BE2-1491-D19E-FA7A6DAB8058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4BD140-8D4A-81E0-7309-47E488A789C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B8C7A-4236-D357-378B-FD96668671AB}"/>
              </a:ext>
            </a:extLst>
          </p:cNvPr>
          <p:cNvSpPr txBox="1"/>
          <p:nvPr/>
        </p:nvSpPr>
        <p:spPr>
          <a:xfrm>
            <a:off x="10777939" y="1463654"/>
            <a:ext cx="6873658" cy="77867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</a:t>
            </a:r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5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takes user inputs such as name, email ID, department, and number of tickets </a:t>
            </a:r>
            <a:r>
              <a:rPr lang="en-US" sz="25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required.It</a:t>
            </a:r>
            <a:r>
              <a:rPr lang="en-US" sz="25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also accepts event-related data like event name, date, venue, and ticket price for processing bookings. </a:t>
            </a:r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Processing </a:t>
            </a:r>
          </a:p>
          <a:p>
            <a:pPr algn="just"/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validates user inputs and checks ticket availability before processing the booking request.</a:t>
            </a:r>
            <a:b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then updates the database, reduces the available ticket count, and generates a booking confirmation.</a:t>
            </a:r>
          </a:p>
          <a:p>
            <a:pPr algn="just"/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Payment Gateway</a:t>
            </a:r>
          </a:p>
          <a:p>
            <a:pPr algn="just"/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the user to do payment and after payment is done it redirects to the </a:t>
            </a:r>
            <a:r>
              <a:rPr lang="en-IN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confirmation page</a:t>
            </a:r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985EC1-A6EA-F419-B93E-46FC4BE0D767}"/>
              </a:ext>
            </a:extLst>
          </p:cNvPr>
          <p:cNvSpPr txBox="1"/>
          <p:nvPr/>
        </p:nvSpPr>
        <p:spPr>
          <a:xfrm>
            <a:off x="10750900" y="7475374"/>
            <a:ext cx="7343385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​</a:t>
            </a:r>
          </a:p>
          <a:p>
            <a:pPr algn="just" rtl="0"/>
            <a:r>
              <a:rPr lang="en-US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lang="en-US" sz="2500" b="1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​</a:t>
            </a:r>
          </a:p>
          <a:p>
            <a:pPr algn="just"/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​The system displays booking confirmation along with user details, event name, number of tickets, and total amount with a pdf .</a:t>
            </a:r>
            <a:endParaRPr lang="en-US" sz="25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2E62D6-DF3C-B40F-B4DB-61F6DE48D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902" y="1530207"/>
            <a:ext cx="6721897" cy="8092593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bg1"/>
            </a:outerShdw>
          </a:effectLst>
        </p:spPr>
      </p:pic>
    </p:spTree>
    <p:extLst>
      <p:ext uri="{BB962C8B-B14F-4D97-AF65-F5344CB8AC3E}">
        <p14:creationId xmlns:p14="http://schemas.microsoft.com/office/powerpoint/2010/main" val="3859370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006EE5-2D99-8DC4-97EB-DDDEEFF1FA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1828611"/>
            <a:ext cx="5867400" cy="79725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021910" y="1951451"/>
            <a:ext cx="15379818" cy="130189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Technologies &amp; Requirements:</a:t>
            </a:r>
          </a:p>
          <a:p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Frontend:</a:t>
            </a:r>
            <a:b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 JS is used to build a dynamic and interactive user interface.</a:t>
            </a:r>
          </a:p>
          <a:p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Backend:</a:t>
            </a:r>
            <a:b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Node.js and Express.js are used to handle server-side logic and API requests.</a:t>
            </a:r>
          </a:p>
          <a:p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Tools:</a:t>
            </a:r>
            <a:b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Studio Code, GitHub, Notepad++.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Hardware/Software Requirements:</a:t>
            </a:r>
            <a:b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Processor: Intel i3 or above</a:t>
            </a:r>
            <a:b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RAM: 4GB minimum</a:t>
            </a:r>
            <a:b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Operating System: Windows / Linux / macOS</a:t>
            </a:r>
            <a:b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Browser: Chrome / Edge / Firefox / Safari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Tx/>
              <a:buChar char="-"/>
            </a:pP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F43F33-2232-1D83-F870-448DA34F45D1}"/>
              </a:ext>
            </a:extLst>
          </p:cNvPr>
          <p:cNvSpPr txBox="1"/>
          <p:nvPr/>
        </p:nvSpPr>
        <p:spPr>
          <a:xfrm>
            <a:off x="2813691" y="8150882"/>
            <a:ext cx="11966531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screenshot shows the user interface of the Ticket Booking System with event details and booking form displayed clearly.</a:t>
            </a:r>
          </a:p>
          <a:p>
            <a:pPr algn="ctr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F288B4-4E1C-F07E-A3DB-667334D23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443620"/>
            <a:ext cx="9516714" cy="600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51DF00-13EE-BF84-06A7-D5973807656C}"/>
              </a:ext>
            </a:extLst>
          </p:cNvPr>
          <p:cNvSpPr txBox="1"/>
          <p:nvPr/>
        </p:nvSpPr>
        <p:spPr>
          <a:xfrm>
            <a:off x="2934222" y="8304651"/>
            <a:ext cx="12419556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screenshot displays the working booking form where user details like name, email, department, and ticket count are entered.</a:t>
            </a:r>
          </a:p>
          <a:p>
            <a:pPr algn="ctr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7CD513-1DF6-DE8E-ACE5-CCB6F6C60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80582"/>
            <a:ext cx="8599439" cy="597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4FDDA6-0D3D-96D5-3C56-30C0955AC117}"/>
              </a:ext>
            </a:extLst>
          </p:cNvPr>
          <p:cNvSpPr txBox="1"/>
          <p:nvPr/>
        </p:nvSpPr>
        <p:spPr>
          <a:xfrm>
            <a:off x="2957708" y="8013197"/>
            <a:ext cx="12372583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screenshot shows the booking confirmation section with user details, event name, number of tickets, and total amount.</a:t>
            </a:r>
          </a:p>
          <a:p>
            <a:pPr algn="ctr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228063-0E19-C679-88DE-F9B1A6D2A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074" y="1521757"/>
            <a:ext cx="6629400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A9AB2-CA9B-7519-FF25-C25C60DE4AF5}"/>
              </a:ext>
            </a:extLst>
          </p:cNvPr>
          <p:cNvSpPr txBox="1"/>
          <p:nvPr/>
        </p:nvSpPr>
        <p:spPr>
          <a:xfrm>
            <a:off x="3102943" y="8023815"/>
            <a:ext cx="12458178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screenshot shows the Event Details Module displaying information such as event name, department, date, time, venue, and ticket price.</a:t>
            </a:r>
          </a:p>
          <a:p>
            <a:pPr algn="ctr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1826FC-7236-B044-F5B0-1242B4285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007" y="1831694"/>
            <a:ext cx="7696200" cy="563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7256086" y="-181479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19E3FB-F93C-B69E-3E3A-B9DF528CB52D}"/>
              </a:ext>
            </a:extLst>
          </p:cNvPr>
          <p:cNvSpPr txBox="1"/>
          <p:nvPr/>
        </p:nvSpPr>
        <p:spPr>
          <a:xfrm>
            <a:off x="2036964" y="2127537"/>
            <a:ext cx="14749396" cy="56938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</a:t>
            </a: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just"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and user-friendly interface helps students and faculty book tickets quickly without confusion.</a:t>
            </a:r>
          </a:p>
          <a:p>
            <a:pPr marL="228600" indent="-228600" algn="just"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Automatically updates available ticket count, reducing chances of overbooking.</a:t>
            </a:r>
          </a:p>
          <a:p>
            <a:pPr marL="228600" indent="-228600" algn="just"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Eliminates paperwork and manual tracking, saving time for organizers.</a:t>
            </a:r>
          </a:p>
          <a:p>
            <a:pPr marL="228600" indent="-228600" algn="just">
              <a:buFont typeface=""/>
              <a:buAutoNum type="arabicPeriod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</a:t>
            </a:r>
          </a:p>
          <a:p>
            <a:pPr algn="just"/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just"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mainly for internal department events, not suitable for large-scale systems.</a:t>
            </a:r>
          </a:p>
          <a:p>
            <a:pPr marL="228600" indent="-228600" algn="just"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version may not support payment gateways for real transactions.</a:t>
            </a:r>
          </a:p>
          <a:p>
            <a:pPr algn="ctr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7256086" y="-369369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1071</Words>
  <Application>Microsoft Office PowerPoint</Application>
  <PresentationFormat>Custom</PresentationFormat>
  <Paragraphs>257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Bookman Old Style</vt:lpstr>
      <vt:lpstr>Times New Roman</vt:lpstr>
      <vt:lpstr>Calibri</vt:lpstr>
      <vt:lpstr>Cambria</vt:lpstr>
      <vt:lpstr>Neue Haas Grotesk Text Pro</vt:lpstr>
      <vt:lpstr>Arial</vt:lpstr>
      <vt:lpstr>Gotham Bold Italics</vt:lpstr>
      <vt:lpstr>Gotham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KISHORE</dc:creator>
  <cp:lastModifiedBy>kisho1902@outlook.com</cp:lastModifiedBy>
  <cp:revision>685</cp:revision>
  <dcterms:created xsi:type="dcterms:W3CDTF">2006-08-16T00:00:00Z</dcterms:created>
  <dcterms:modified xsi:type="dcterms:W3CDTF">2026-04-17T03:18:04Z</dcterms:modified>
  <dc:identifier>DAHCaYqJ9OU</dc:identifier>
</cp:coreProperties>
</file>