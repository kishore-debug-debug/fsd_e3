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7" r:id="rId12"/>
    <p:sldId id="268" r:id="rId13"/>
    <p:sldId id="272" r:id="rId14"/>
    <p:sldId id="271" r:id="rId15"/>
    <p:sldId id="273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203" autoAdjust="0"/>
  </p:normalViewPr>
  <p:slideViewPr>
    <p:cSldViewPr>
      <p:cViewPr varScale="1">
        <p:scale>
          <a:sx n="50" d="100"/>
          <a:sy n="50" d="100"/>
        </p:scale>
        <p:origin x="3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30820" y="5846983"/>
            <a:ext cx="15784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033CC"/>
                </a:solidFill>
              </a:rPr>
              <a:t>Design and develop a React JS based web application for Ticket Booking of an Internal Department Event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/>
                <a:ea typeface="Cambria"/>
              </a:rPr>
              <a:t>KISHORE S – VTU24452 – 23UECS0769</a:t>
            </a:r>
            <a:endParaRPr lang="en-IN" sz="3000" dirty="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373397" y="7737277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HAFIZUR RAHMAN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893870" y="7142352"/>
            <a:ext cx="1474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SDG: 9 –  </a:t>
            </a:r>
            <a:r>
              <a:rPr lang="en-US" sz="2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Industry , Innovation and Infrastructure </a:t>
            </a:r>
            <a:endParaRPr lang="en-IN" sz="2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06853" y="1729921"/>
            <a:ext cx="15082325" cy="810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of the Problem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colleges and organizations still rely on manual or semi-digital methods (like spreadsheets, paper registrations, or Google Forms) for event ticket booking. This leads to issues such as duplicate entries, lack of real-time updates, difficulty in managing seat availability, and poor user experience.</a:t>
            </a:r>
          </a:p>
          <a:p>
            <a:pPr algn="just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Importance of the Project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Ticket Booking System provides a centralized and efficient platform for managing internal department events. It simplifies the booking process by offering real-time seat availability, secure registration, and easy data management. This system reduces manual effort, avoids booking conflicts, and improves overall event organization.</a:t>
            </a:r>
          </a:p>
          <a:p>
            <a:pPr algn="just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Real-World Relevance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today’s digital era, automated ticket booking systems are widely used for events, movies, transportation, and seminars. Implementing such a system helps students and organizers understand real-world application development and prepares them for building scalable solutions used in industries.</a:t>
            </a:r>
          </a:p>
          <a:p>
            <a:endParaRPr lang="en-GB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Overview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Ticket Booking System is a web-based application built using React JS for a dynamic and responsive frontend. 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71929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905000" y="2035743"/>
            <a:ext cx="15082325" cy="13357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algn="just"/>
            <a:endParaRPr lang="en-US" sz="2800" dirty="0">
              <a:ea typeface="Calibri"/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ticket bookings for internal department events such as technical fests, workshops, and seminars is often inefficient due to manual processes or poorly organized digital tools.</a:t>
            </a:r>
          </a:p>
          <a:p>
            <a:pPr algn="just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methods lack real-time updates, can lead to overbooking or data inconsistencies, and make it difficult for organizers to track participants and manage event capacity effectively.</a:t>
            </a:r>
          </a:p>
          <a:p>
            <a:pPr algn="just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is a need for a centralized, user-friendly web application that allows users to book tickets seamlessly while enabling administrators to manage events, monitor registrations, and ensure accurate, real-time data handling.</a:t>
            </a:r>
          </a:p>
          <a:p>
            <a:pPr marL="457200" indent="-457200" algn="just">
              <a:buFont typeface="Arial"/>
              <a:buChar char="•"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should provide a smooth booking experience, reduce manual errors, and improve overall event management efficiency.</a:t>
            </a:r>
          </a:p>
          <a:p>
            <a:pPr algn="just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Additionally, the absence of a structured system makes it difficult to generate reports and analyze event participation trends.</a:t>
            </a:r>
          </a:p>
          <a:p>
            <a:pPr algn="just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digital solution is required to ensure transparency, improve accessibility, and enhance the overall user experience for both organizers and participants.</a:t>
            </a:r>
          </a:p>
          <a:p>
            <a:pPr marL="457200" indent="-457200" algn="just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 algn="just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ea typeface="Calibri"/>
              <a:cs typeface="Calibri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176046" y="21446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algn="just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develop a user-friendly web application that enables easy and secure ticket booking for internal department events.</a:t>
            </a:r>
          </a:p>
          <a:p>
            <a:pPr marL="457200" indent="-4572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an efficient system for organizers to manage events, track registrations, and monitor seat availability in real-time.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6046" y="1820896"/>
            <a:ext cx="15082325" cy="1198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 Solution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simple and intuitive UI for users to browse events and book tickets easily. Improves user experience with clean navigation and design.</a:t>
            </a:r>
          </a:p>
          <a:p>
            <a:pPr marL="571500" indent="-571500" algn="just">
              <a:buFont typeface="Arial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users to explore upcoming events / seminar in the portal  </a:t>
            </a:r>
          </a:p>
          <a:p>
            <a:pPr marL="571500" indent="-571500" algn="just">
              <a:buFont typeface="Arial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user to register for the events by giving their details and selecting their preferred seats. </a:t>
            </a:r>
          </a:p>
          <a:p>
            <a:pPr marL="571500" indent="-571500" algn="just">
              <a:buFont typeface="Arial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this moves to the confirmation state where user enter their card details for payment .</a:t>
            </a:r>
          </a:p>
          <a:p>
            <a:pPr algn="just"/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confirms ticket bookings after successful transactions. Reduces manual work and improves system efficiency.</a:t>
            </a:r>
          </a:p>
          <a:p>
            <a:pPr marL="571500" indent="-571500" algn="just">
              <a:buFont typeface="Arial"/>
              <a:buChar char="•"/>
            </a:pP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tickets along with a pdf (optional) allows reducing difficulties at time of participation.</a:t>
            </a:r>
          </a:p>
          <a:p>
            <a:pPr marL="571500" indent="-571500" algn="just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0592638" y="1517366"/>
            <a:ext cx="7085762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takes user inputs such as name, email ID, department, and number of tickets </a:t>
            </a:r>
            <a:r>
              <a:rPr lang="en-US" sz="25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required.It</a:t>
            </a:r>
            <a:r>
              <a:rPr lang="en-US" sz="25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accepts event-related data like event name, date, venue, and ticket price for processing bookings. 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Processing 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validates user inputs and checks ticket availability before processing the booking request.</a:t>
            </a:r>
            <a:b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then updates the database, reduces the available ticket count, and generates a booking confirmation.</a:t>
            </a: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Gateway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the user to do payment and after payment is done it redirects to the </a:t>
            </a:r>
            <a:r>
              <a:rPr lang="en-IN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confirmation page.</a:t>
            </a:r>
          </a:p>
          <a:p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just"/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 </a:t>
            </a:r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algn="just"/>
            <a:r>
              <a:rPr lang="en-US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​The system displays booking confirmation along with user details, event name, number of tickets, and total amount with a pdf .</a:t>
            </a:r>
          </a:p>
          <a:p>
            <a:pPr algn="ctr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01705E3-52A5-C9EE-011A-EC1AAE891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65751"/>
            <a:ext cx="7378870" cy="7378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 descr="A diagram of a check ticket&#10;&#10;AI-generated content may be incorrect.">
            <a:extLst>
              <a:ext uri="{FF2B5EF4-FFF2-40B4-BE49-F238E27FC236}">
                <a16:creationId xmlns:a16="http://schemas.microsoft.com/office/drawing/2014/main" id="{7C5503DC-5599-2E1B-2465-9C9976C67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820896"/>
            <a:ext cx="6858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057400" y="1651989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33CC"/>
                </a:solidFill>
              </a:rPr>
              <a:t>Frontend: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/>
              <a:t>HTML5</a:t>
            </a:r>
          </a:p>
          <a:p>
            <a:r>
              <a:rPr lang="en-US" sz="2800" dirty="0" err="1"/>
              <a:t>Javascript</a:t>
            </a:r>
            <a:endParaRPr lang="en-US" sz="2800" dirty="0"/>
          </a:p>
          <a:p>
            <a:r>
              <a:rPr lang="en-US" sz="2800" dirty="0"/>
              <a:t>CSS3</a:t>
            </a:r>
          </a:p>
          <a:p>
            <a:r>
              <a:rPr lang="en-US" sz="2800" dirty="0"/>
              <a:t>React JS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3CC"/>
                </a:solidFill>
              </a:rPr>
              <a:t>Backend:</a:t>
            </a:r>
          </a:p>
          <a:p>
            <a:r>
              <a:rPr lang="en-US" sz="2800" dirty="0" err="1"/>
              <a:t>LocalStorage</a:t>
            </a:r>
            <a:r>
              <a:rPr lang="en-US" sz="2800" dirty="0"/>
              <a:t>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3CC"/>
                </a:solidFill>
              </a:rPr>
              <a:t> Data Base / Tools:</a:t>
            </a:r>
          </a:p>
          <a:p>
            <a:r>
              <a:rPr lang="en-US" sz="2800" dirty="0"/>
              <a:t>VS Code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Notepad++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>
                <a:solidFill>
                  <a:srgbClr val="0033CC"/>
                </a:solidFill>
              </a:rPr>
              <a:t>Software Requirements</a:t>
            </a:r>
            <a:r>
              <a:rPr lang="en-US" sz="2800" dirty="0"/>
              <a:t>: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Processor: Intel i3 or above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RAM: 4GB minimum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Operating System: Windows / Linux / macOS</a:t>
            </a:r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Browser: Chrome / Edge / Firefox / Safari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165054" y="1887305"/>
            <a:ext cx="15082325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/>
              <a:t>Handles user registration, login, and profile management with secure authentication.</a:t>
            </a:r>
            <a:endParaRPr lang="en-IN" sz="2800" dirty="0"/>
          </a:p>
          <a:p>
            <a:endParaRPr lang="en-IN" sz="1500" dirty="0"/>
          </a:p>
          <a:p>
            <a:r>
              <a:rPr lang="en-IN" sz="2800" b="1" dirty="0"/>
              <a:t>Module 2: Event Management</a:t>
            </a:r>
          </a:p>
          <a:p>
            <a:r>
              <a:rPr lang="en-US" sz="2800" dirty="0"/>
              <a:t>Allows admin to create, update, and delete events and manage event details.</a:t>
            </a:r>
            <a:endParaRPr lang="en-IN" sz="2800" dirty="0"/>
          </a:p>
          <a:p>
            <a:endParaRPr lang="en-IN" sz="1500" dirty="0"/>
          </a:p>
          <a:p>
            <a:r>
              <a:rPr lang="en-IN" sz="2800" b="1" dirty="0"/>
              <a:t>Module 3: Ticket Booking System</a:t>
            </a:r>
          </a:p>
          <a:p>
            <a:r>
              <a:rPr lang="en-US" sz="2800" dirty="0"/>
              <a:t>Enables users to view events, select tickets, and complete the booking process.</a:t>
            </a:r>
            <a:endParaRPr lang="en-IN" sz="2800" dirty="0"/>
          </a:p>
          <a:p>
            <a:endParaRPr lang="en-IN" sz="1500" dirty="0"/>
          </a:p>
          <a:p>
            <a:r>
              <a:rPr lang="en-IN" sz="2800" b="1" dirty="0"/>
              <a:t>Module 4: Payment and Confirmation</a:t>
            </a:r>
          </a:p>
          <a:p>
            <a:r>
              <a:rPr lang="en-US" sz="2800" dirty="0"/>
              <a:t>Generates booking confirmation and allows users to  receive tickets.</a:t>
            </a:r>
            <a:endParaRPr lang="en-IN" sz="2800" dirty="0"/>
          </a:p>
          <a:p>
            <a:endParaRPr lang="en-IN" sz="1500" dirty="0"/>
          </a:p>
          <a:p>
            <a:r>
              <a:rPr lang="en-IN" sz="2800" b="1" dirty="0"/>
              <a:t>Module 4:Notification Module</a:t>
            </a:r>
          </a:p>
          <a:p>
            <a:r>
              <a:rPr lang="en-US" sz="2800" dirty="0"/>
              <a:t>A small notification in user login showing the booked tickets.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C5362-F2A7-6AFB-EE67-765A7DF97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09759"/>
            <a:ext cx="9144000" cy="58824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E7A7F8-5A71-40D2-E687-C7E63FD2918C}"/>
              </a:ext>
            </a:extLst>
          </p:cNvPr>
          <p:cNvSpPr txBox="1"/>
          <p:nvPr/>
        </p:nvSpPr>
        <p:spPr>
          <a:xfrm>
            <a:off x="2781300" y="8253668"/>
            <a:ext cx="1211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screenshot shows the user interface of the Ticket Booking System with event details and booking form displayed clearly.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9677F02-F2FD-B2E7-AEB8-E285CCAC9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982" y="3498180"/>
            <a:ext cx="6829561" cy="467585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7792C88-E9A4-9BD3-2054-A66A6CCBD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7732" y="3448873"/>
            <a:ext cx="7173970" cy="472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F61DFB-70B1-D811-C6DA-1A9A9AFDB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24288"/>
            <a:ext cx="6625466" cy="5829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FCB3E6-47AB-AEBE-C931-034F9F4CE58C}"/>
              </a:ext>
            </a:extLst>
          </p:cNvPr>
          <p:cNvSpPr txBox="1"/>
          <p:nvPr/>
        </p:nvSpPr>
        <p:spPr>
          <a:xfrm>
            <a:off x="3505200" y="8304651"/>
            <a:ext cx="1059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This allows to login / register to access the website fully like registering for event .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527FA-AA5C-0B99-C770-9ED209F86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44" y="2526154"/>
            <a:ext cx="11588511" cy="4522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E564D-CF1B-2CF3-CC3F-B0F8C2E08B48}"/>
              </a:ext>
            </a:extLst>
          </p:cNvPr>
          <p:cNvSpPr txBox="1"/>
          <p:nvPr/>
        </p:nvSpPr>
        <p:spPr>
          <a:xfrm>
            <a:off x="3733800" y="7764051"/>
            <a:ext cx="11125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This is admin panel where admin can create new events , update the details and delete the existing events in the database .</a:t>
            </a:r>
          </a:p>
        </p:txBody>
      </p:sp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6B44B-3B69-AF56-F72E-3A439467336D}"/>
              </a:ext>
            </a:extLst>
          </p:cNvPr>
          <p:cNvSpPr txBox="1"/>
          <p:nvPr/>
        </p:nvSpPr>
        <p:spPr>
          <a:xfrm>
            <a:off x="3505200" y="8343408"/>
            <a:ext cx="1127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This is user login where the student can select seats and register for the events by giving their details 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B33183D-D565-CF7C-D446-76DAB7FAD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57224"/>
            <a:ext cx="5963046" cy="613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EB52-877E-0BD5-58A9-21BFB95D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91DE9DD7-16EF-3527-9CE4-02EB24D5A0DD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905694F-C561-1BD7-B723-5D99A6F1516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E309F83-FC31-EAE5-11E7-E7F3C19EFCF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D674D8E-4E23-73FE-33BA-ED77261C769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F4CC5B4-30F5-9D8A-02F1-4F52A28624F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D88D991-7871-FFC8-C4E6-4DE37C1E25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34F684D-D880-2CB7-A45B-A1321235BCB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6E4A035-5F60-78DE-B6B1-CD38C5C105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2922BAD-D954-571F-7521-DC598C57AA8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9FFD61C-374B-7B43-8110-1F2B6104F9C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D3FF493-91BD-3EBA-DCDB-72510A04BF4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48919F7-4F56-4478-1AA0-5DBD881E518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2DCB5B4-A0A7-4C3B-24CC-423F546413F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9834A143-BAEA-4BA7-48AA-A36263A9BD7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1E6604B-0F9D-DD96-6A07-369E797D4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0AAFE58-04AD-C0C4-6DB7-092DFB3365C4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A935514-12B6-43CB-DF06-95F2DEE416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D6FD7C3-9F1E-6B7F-CCA2-7A1B81EAE4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83B5385-4993-9CCA-587F-3201C5D78322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CC0797E-1748-1C09-8A7E-F9C6EA00F07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B90D23CC-67F3-AC79-5D0E-239A12375B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7BE2269-6EEB-7723-9000-2F19E539FD0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D2E7EFA-23F8-B4A6-A4AF-E37BEAA64B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B497D6E-43AC-16DA-D8F9-20F79489B9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FC596BB-79E0-EC18-F8FD-5D2AAB95805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D84E215-176F-C8CA-1654-F031F69DD6B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E113FFAE-D1EB-C17E-B35B-73C39DC3DFE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6E4B210-21DE-CA9D-EF72-AFAB7E089EDD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B7F1ADA-9C55-659C-C223-290A1873118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8E2601E-C63B-58F5-9932-0890A7F64FB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98C2C8F-4438-BA71-BA97-527448841451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ACF480-A6AD-4A93-2461-7D8C17DDD11F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76392-5848-143E-1656-CF0A29BD5E47}"/>
              </a:ext>
            </a:extLst>
          </p:cNvPr>
          <p:cNvSpPr txBox="1"/>
          <p:nvPr/>
        </p:nvSpPr>
        <p:spPr>
          <a:xfrm>
            <a:off x="3505200" y="8343408"/>
            <a:ext cx="1127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screenshot shows the booking confirmation section with user details, event name, number of tickets, and total amount.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7A7C47-EAA1-F033-4468-EC708801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769288"/>
            <a:ext cx="6629400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F3BFC-E99D-29A8-94E4-9B51EA316AE7}"/>
              </a:ext>
            </a:extLst>
          </p:cNvPr>
          <p:cNvSpPr txBox="1"/>
          <p:nvPr/>
        </p:nvSpPr>
        <p:spPr>
          <a:xfrm>
            <a:off x="2185751" y="2096191"/>
            <a:ext cx="1398196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ADVANTAGES</a:t>
            </a: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and user-friendly interface helps students and faculty book tickets quickly without confusion.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updates available ticket count, reducing chances of overbooking.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Eliminates paperwork and manual tracking, saving time for organizers.</a:t>
            </a:r>
          </a:p>
          <a:p>
            <a:pPr marL="228600" indent="-228600" algn="just">
              <a:buFont typeface=""/>
              <a:buAutoNum type="arabicPeriod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  <a:p>
            <a:pPr algn="just"/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mainly for internal department events, not suitable for large-scale systems.</a:t>
            </a:r>
          </a:p>
          <a:p>
            <a:pPr marL="228600" indent="-228600" algn="just"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version may not support payment gateways for real transactions.</a:t>
            </a:r>
          </a:p>
          <a:p>
            <a:pPr algn="ctr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1192</Words>
  <Application>Microsoft Office PowerPoint</Application>
  <PresentationFormat>Custom</PresentationFormat>
  <Paragraphs>391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Cambria</vt:lpstr>
      <vt:lpstr>Arial</vt:lpstr>
      <vt:lpstr>Gotham</vt:lpstr>
      <vt:lpstr>Times New Roman</vt:lpstr>
      <vt:lpstr>Gotham Bold Italics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KISHORE</dc:creator>
  <cp:lastModifiedBy>kisho1902@outlook.com</cp:lastModifiedBy>
  <cp:revision>16</cp:revision>
  <dcterms:created xsi:type="dcterms:W3CDTF">2006-08-16T00:00:00Z</dcterms:created>
  <dcterms:modified xsi:type="dcterms:W3CDTF">2026-05-05T19:17:34Z</dcterms:modified>
  <dc:identifier>DAHCaYqJ9OU</dc:identifier>
</cp:coreProperties>
</file>